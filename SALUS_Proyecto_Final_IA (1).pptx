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50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448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0"/>
            <a:ext cx="109728" cy="5143500"/>
          </a:xfrm>
          <a:prstGeom prst="rect">
            <a:avLst/>
          </a:prstGeom>
          <a:solidFill>
            <a:srgbClr val="34D399">
              <a:alpha val="40000"/>
            </a:srgbClr>
          </a:solidFill>
          <a:ln w="12700">
            <a:solidFill>
              <a:srgbClr val="34D399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731520"/>
            <a:ext cx="1280160" cy="384048"/>
          </a:xfrm>
          <a:prstGeom prst="rect">
            <a:avLst/>
          </a:prstGeom>
          <a:solidFill>
            <a:srgbClr val="34D399">
              <a:alpha val="60000"/>
            </a:srgbClr>
          </a:solidFill>
          <a:ln w="12700">
            <a:solidFill>
              <a:srgbClr val="34D399">
                <a:alpha val="6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0376" y="347472"/>
            <a:ext cx="384048" cy="1161288"/>
          </a:xfrm>
          <a:prstGeom prst="rect">
            <a:avLst/>
          </a:prstGeom>
          <a:solidFill>
            <a:srgbClr val="34D399">
              <a:alpha val="60000"/>
            </a:srgbClr>
          </a:solidFill>
          <a:ln w="12700">
            <a:solidFill>
              <a:srgbClr val="34D399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2296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kern="0" spc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SALUS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Apoyo a la Salud del Usuario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943600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7432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Inteligentes con Tools y Skills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Inteligencia Artificial · 2025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657600"/>
            <a:ext cx="7863840" cy="1097280"/>
          </a:xfrm>
          <a:prstGeom prst="rect">
            <a:avLst/>
          </a:prstGeom>
          <a:solidFill>
            <a:srgbClr val="065F46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576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Juan Jose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Nuñez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Medina·  David Steven Muñoz Rojas· Carlos </a:t>
            </a: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Echeverry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que resolvemos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0" y="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560320" cy="320040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2560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 cada 10</a:t>
            </a:r>
            <a:endParaRPr lang="en-US" sz="28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colombianos no saben si sus síntomas son una emergencia o pueden esperar.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1828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143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❌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200400" y="1828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Urgencias saturadas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37560" y="2286000"/>
            <a:ext cx="1554480" cy="27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no urgentes colapsan los servicios de emergencias en el país.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166360" y="1005840"/>
            <a:ext cx="1828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6360" y="1143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166360" y="1828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perdido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303520" y="2286000"/>
            <a:ext cx="1554480" cy="27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5780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Largas esperas para saber qué especialista consultar o dónde ir.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32320" y="1005840"/>
            <a:ext cx="1828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1143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💊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132320" y="1828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Automedicación riesgosa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269480" y="2286000"/>
            <a:ext cx="1554480" cy="27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orientación confiable, las personas toman medicamentos sin prescripción.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3434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SALUS da orientación inmediata, confiable y disponible 24/7 para cualquier persona en Colombia.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técnica del agente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0" y="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926080" cy="365760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(Gemini 2.5 Flash)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Tool calling automático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3 Skills activas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Memoria de chat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Temperatura: 0.4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Thinking budget: 1000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234440"/>
            <a:ext cx="54864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764792"/>
            <a:ext cx="54864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2295144"/>
            <a:ext cx="54864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2825496"/>
            <a:ext cx="54864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3355848"/>
            <a:ext cx="54864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3886200"/>
            <a:ext cx="548640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18688" y="1828800"/>
            <a:ext cx="512064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59669"/>
                </a:solidFill>
              </a:rPr>
              <a:t>↔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3840480" y="960120"/>
            <a:ext cx="502920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0" y="960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(herramientas externas)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40480" y="1417320"/>
            <a:ext cx="5029200" cy="2743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77640" y="1536192"/>
            <a:ext cx="4754880" cy="438912"/>
          </a:xfrm>
          <a:prstGeom prst="rect">
            <a:avLst/>
          </a:prstGeom>
          <a:solidFill>
            <a:srgbClr val="D1FAE5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69080" y="153619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evaluar_sintomas()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97880" y="153619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Triaje → emergencia / urgente / programada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77640" y="2048256"/>
            <a:ext cx="47548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69080" y="2048256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buscar_farmacia()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2048256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Droguerías cercanas con horarios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977640" y="2560320"/>
            <a:ext cx="4754880" cy="438912"/>
          </a:xfrm>
          <a:prstGeom prst="rect">
            <a:avLst/>
          </a:prstGeom>
          <a:solidFill>
            <a:srgbClr val="D1FAE5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69080" y="256032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agendar_cita()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897880" y="2560320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cita por especialidad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77640" y="3072384"/>
            <a:ext cx="47548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69080" y="307238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consultar_clima_y_alertas()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97880" y="3072384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API + alertas epidémicas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977640" y="3584448"/>
            <a:ext cx="4754880" cy="438912"/>
          </a:xfrm>
          <a:prstGeom prst="rect">
            <a:avLst/>
          </a:prstGeom>
          <a:solidFill>
            <a:srgbClr val="D1FAE5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69080" y="3584448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info_medicamento()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897880" y="3584448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y contraindicaciones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977640" y="4096512"/>
            <a:ext cx="47548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69080" y="409651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activar_emergencia()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897880" y="4096512"/>
            <a:ext cx="2743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123 + primeros auxilios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 Skills: cómo decide el agente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6012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una Tool?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función Python que el LLM puede invocar para obtener información del mundo real. El modelo decide solo cuándo usarla según el mensaje del usuario.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2377440"/>
            <a:ext cx="3840480" cy="2286000"/>
          </a:xfrm>
          <a:prstGeom prst="rect">
            <a:avLst/>
          </a:prstGeom>
          <a:solidFill>
            <a:srgbClr val="064E3B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514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Usuario: "tengo fiebre de 39°C"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34747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LLM detecta síntomas
</a:t>
            </a:r>
            <a:r>
              <a:rPr lang="en-US" sz="12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Llama evaluar_sintomas()
</a:t>
            </a:r>
            <a:r>
              <a:rPr lang="en-US" sz="1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Recibe: URGENTE
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Responde con orientación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6576" cy="38404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9601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una Skill?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137160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Instrucción en Markdown que guía cómo razonar el agente en situaciones específicas. Se inyecta en el contexto del sistema.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377440"/>
            <a:ext cx="4114800" cy="566928"/>
          </a:xfrm>
          <a:prstGeom prst="rect">
            <a:avLst/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4231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skill_triaje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267919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 síntomas en 3 niveles de urgencia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035808"/>
            <a:ext cx="4114800" cy="566928"/>
          </a:xfrm>
          <a:prstGeom prst="rect">
            <a:avLst/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30815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skill_privacidad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3337560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qué puede y no puede hacer el agente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3694176"/>
            <a:ext cx="4114800" cy="566928"/>
          </a:xfrm>
          <a:prstGeom prst="rect">
            <a:avLst/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373989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skill_emergencias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399592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 actuación ante crisis médicas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funcional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0" y="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casos representativos ejecutados en vivo: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45720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41732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80924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453896"/>
            <a:ext cx="7772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"Tengo fiebre de 39°C y dolor de cabeza en Cali"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655064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evaluar_sintomas() + consultar_clima_y_alertas()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577840" y="1655064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Triaje URGENTE + alerta epidémica si hay lluvia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130552"/>
            <a:ext cx="457200" cy="5943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130552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2130552"/>
            <a:ext cx="8092440" cy="594360"/>
          </a:xfrm>
          <a:prstGeom prst="rect">
            <a:avLst/>
          </a:prstGeom>
          <a:solidFill>
            <a:srgbClr val="F0FDF4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167128"/>
            <a:ext cx="7772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"¿Dónde consigo ibuprofeno en Granada, Cali?"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368296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buscar_farmacia(ciudad='Cali', barrio='Granada')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77840" y="236829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farmacias con horario y domicilio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2843784"/>
            <a:ext cx="45720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84378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2843784"/>
            <a:ext cx="80924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2880360"/>
            <a:ext cx="7772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"¿Para qué sirve la amoxicilina?"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08152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info_medicamento('amoxicilina')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577840" y="308152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Usos, dosis, requiere receta + advertencia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557016"/>
            <a:ext cx="457200" cy="5943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355701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3557016"/>
            <a:ext cx="8092440" cy="594360"/>
          </a:xfrm>
          <a:prstGeom prst="rect">
            <a:avLst/>
          </a:prstGeom>
          <a:solidFill>
            <a:srgbClr val="F0FDF4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593592"/>
            <a:ext cx="7772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"Quiero cita con medicina general. Soy Carlos Pérez"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379476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agendar_cita('medicina general', 'mañana', 'Carlos Pérez')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77840" y="379476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con número de referencia SALUS-XXXXXX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4270248"/>
            <a:ext cx="457200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27024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77240" y="4270248"/>
            <a:ext cx="80924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1FA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4306824"/>
            <a:ext cx="7772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 mamá tiene dolor en el pecho y no respira bien"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14400" y="4507992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activar_emergencia() → PROTOCOLO INMEDIATO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4507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123 + pasos de primeros auxilios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y conclusiones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965960" cy="118872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515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74320" y="1691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50592" y="1005840"/>
            <a:ext cx="1965960" cy="118872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450592" y="1691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26864" y="1005840"/>
            <a:ext cx="1965960" cy="118872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0515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4626864" y="1691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demo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03136" y="1005840"/>
            <a:ext cx="1965960" cy="118872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03136" y="105156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803136" y="169164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de pago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requeridas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3774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logramos: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2788920"/>
            <a:ext cx="4114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que razona y decide cuándo usar cada tool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conversacional (el agente recuerda el contexto)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de emergencias funcional con datos reales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real con API de clima (Open-Meteo)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3774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4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2788920"/>
            <a:ext cx="4023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con API real de EPS para citas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Places API para farmacias en tiempo real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OpenFDA para base de datos completa de medicamentos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para analizar fotos de heridas o recetas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64E3B"/>
          </a:solidFill>
          <a:ln w="12700">
            <a:solidFill>
              <a:srgbClr val="064E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SALUS demuestra que un LLM con tools y skills puede actuar como un agente útil, seguro y responsable.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618</Words>
  <Application>Microsoft Office PowerPoint</Application>
  <PresentationFormat>Presentación en pantalla (16:9)</PresentationFormat>
  <Paragraphs>105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SALUS - Agente Inteligente de Salud</dc:title>
  <dc:subject>PptxGenJS Presentation</dc:subject>
  <dc:creator>Equipo SALUS</dc:creator>
  <cp:lastModifiedBy>Estudiante USC</cp:lastModifiedBy>
  <cp:revision>4</cp:revision>
  <dcterms:created xsi:type="dcterms:W3CDTF">2026-05-09T13:58:06Z</dcterms:created>
  <dcterms:modified xsi:type="dcterms:W3CDTF">2026-05-16T13:28:14Z</dcterms:modified>
</cp:coreProperties>
</file>